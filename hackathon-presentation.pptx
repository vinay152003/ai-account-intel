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27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274320"/>
            <a:ext cx="2743200" cy="2743200"/>
          </a:xfrm>
          <a:prstGeom prst="ellipse">
            <a:avLst/>
          </a:prstGeom>
          <a:solidFill>
            <a:srgbClr val="1E2761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0" y="2286000"/>
            <a:ext cx="1828800" cy="18288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Intelligence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Enrichment System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Fello AI Builder Hackathon 2026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Vinay Hipparge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Teams Are Flying Blind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657600" cy="164592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73152" cy="16459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Visitors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visitors provide zero actionable insight. No company, no persona, no intent data.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737360"/>
            <a:ext cx="3657600" cy="164592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0" y="1737360"/>
            <a:ext cx="73152" cy="16459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Company Data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2860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CRMs have company names but lack tech stack, leadership, intent signals, and enrichment data.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7680960" cy="1097280"/>
          </a:xfrm>
          <a:prstGeom prst="rect">
            <a:avLst/>
          </a:prstGeom>
          <a:solidFill>
            <a:srgbClr val="F0F4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97280" y="39319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tools show traffic, but not WHO the visitor is or HOW sales should act.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Account Intelligence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8288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name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visitor 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73736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468880" y="1737360"/>
            <a:ext cx="182880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606040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06040" y="23774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4.6 Sonnet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researches &amp; analyzes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173736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480560" y="1737360"/>
            <a:ext cx="18288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617720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17720" y="23774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stack, leadership,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funding, signals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92240" y="173736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492240" y="1737360"/>
            <a:ext cx="18288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629400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29400" y="23774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score, persona,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actions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31720" y="2286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343400" y="2286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55080" y="2286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31520" y="3840480"/>
            <a:ext cx="7680960" cy="1005840"/>
          </a:xfrm>
          <a:prstGeom prst="rect">
            <a:avLst/>
          </a:prstGeom>
          <a:solidFill>
            <a:srgbClr val="EFF6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14400" y="3977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company name  &gt;  </a:t>
            </a: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full enriched profile with AI insights, intent scoring &amp; sales recommendations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Tech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783080" cy="502920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7830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97480" y="1554480"/>
            <a:ext cx="1783080" cy="502920"/>
          </a:xfrm>
          <a:prstGeom prst="rect">
            <a:avLst/>
          </a:prstGeom>
          <a:solidFill>
            <a:srgbClr val="06B6D4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697480" y="1554480"/>
            <a:ext cx="178308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697480" y="1600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1783080" cy="502920"/>
          </a:xfrm>
          <a:prstGeom prst="rect">
            <a:avLst/>
          </a:prstGeom>
          <a:solidFill>
            <a:srgbClr val="3178C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1783080" cy="36576"/>
          </a:xfrm>
          <a:prstGeom prst="rect">
            <a:avLst/>
          </a:prstGeom>
          <a:solidFill>
            <a:srgbClr val="3178C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663440" y="1600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1554480"/>
            <a:ext cx="1783080" cy="502920"/>
          </a:xfrm>
          <a:prstGeom prst="rect">
            <a:avLst/>
          </a:prstGeom>
          <a:solidFill>
            <a:srgbClr val="06B6D4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629400" y="1554480"/>
            <a:ext cx="178308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629400" y="1600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2240280"/>
            <a:ext cx="1783080" cy="502920"/>
          </a:xfrm>
          <a:prstGeom prst="rect">
            <a:avLst/>
          </a:pr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31520" y="2240280"/>
            <a:ext cx="178308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31520" y="22860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3.5 Sonnet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697480" y="2240280"/>
            <a:ext cx="1783080" cy="502920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97480" y="2240280"/>
            <a:ext cx="178308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697480" y="22860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2240280"/>
            <a:ext cx="1783080" cy="502920"/>
          </a:xfrm>
          <a:prstGeom prst="rect">
            <a:avLst/>
          </a:prstGeom>
          <a:solidFill>
            <a:srgbClr val="8B5CF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663440" y="2240280"/>
            <a:ext cx="1783080" cy="3657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663440" y="22860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29400" y="2240280"/>
            <a:ext cx="1783080" cy="502920"/>
          </a:xfrm>
          <a:prstGeom prst="rect">
            <a:avLst/>
          </a:prstGeom>
          <a:solidFill>
            <a:srgbClr val="EC4899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629400" y="2240280"/>
            <a:ext cx="1783080" cy="36576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629400" y="22860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NextAuth.js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31520" y="3474720"/>
            <a:ext cx="178308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31520" y="3474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697480" y="3474720"/>
            <a:ext cx="178308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697480" y="3474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Frontend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474720"/>
            <a:ext cx="178308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663440" y="3474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629400" y="3474720"/>
            <a:ext cx="178308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629400" y="3474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Layer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737360" y="4206240"/>
            <a:ext cx="1783080" cy="457200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1737360" y="4206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API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703320" y="4206240"/>
            <a:ext cx="1783080" cy="457200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03320" y="4206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+ Supabase DB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669280" y="4206240"/>
            <a:ext cx="1783080" cy="457200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5669280" y="4206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Intelligence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560320" y="3474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4526280" y="3474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492240" y="3474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Does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56032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Enrichment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Industry, size, HQ, tech stack,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leadership, funding, revenue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55448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0" y="1554480"/>
            <a:ext cx="256032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37560" y="1691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Analysis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2103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detection, intent scoring,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journey stage classification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55448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943600" y="1554480"/>
            <a:ext cx="256032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080760" y="1691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80760" y="2103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multiple companies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simultaneously with parallel AI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94360" y="3337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Sales Actions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3749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recommended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for sales teams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320040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00400" y="3200400"/>
            <a:ext cx="256032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337560" y="3337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Signals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37560" y="3749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trends, expansion plans,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rounds detection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0" y="320040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943600" y="3200400"/>
            <a:ext cx="256032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080760" y="3337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080760" y="3749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stats, industry charts,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distribution, activity feed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3.5 Sonnet Powers Everything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AI Prompts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research from just a name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output parsing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identification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&amp; decision-maker discovery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signal detection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&amp; revenue estimation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sales action plans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3931920" cy="3200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 Example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21031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"company": "Tesla"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"industry": "Automotive / Clean Energy"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"techStack": ["Python", "React", "K8s"]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"intentScore": 45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"intentStage": "Awareness"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"persona": "Technical Evaluator"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"salesAction": "Focus on fleet..."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HIGHLIGHTS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Walkthrough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14400" y="166420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1600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Dashboard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190195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GitHub OAuth. View real-time stats, industry breakdown, and intent distribution.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37744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14400" y="248716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2423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Enrich Company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2724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"Tesla" &gt; click Enrich &gt; watch AI generate full profile with tech stack, leadership, intent score.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20040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914400" y="331012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1440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3246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54480" y="3547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5 companies at once. Click Enrich All. AI processes them simultaneously in parallel.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02336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14400" y="413308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1440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4069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Analysis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54480" y="43708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visitor behavior. Click Analyze. AI classifies persona, calculates intent score &amp; buyer stage.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1E2761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548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840480" y="1463040"/>
            <a:ext cx="146304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371600" y="2011680"/>
            <a:ext cx="2926080" cy="137160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371600" y="2148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560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github.com/Vinay152003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/ai-account-intel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2011680"/>
            <a:ext cx="2926080" cy="137160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46320" y="2148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560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ai-account-intel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.vercel.app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Production App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1554480" cy="411480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4206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40280" y="4206240"/>
            <a:ext cx="1554480" cy="411480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240280" y="4206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31920" y="4206240"/>
            <a:ext cx="1554480" cy="411480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931920" y="4206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23560" y="4206240"/>
            <a:ext cx="1554480" cy="411480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623560" y="4206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API Endpoints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0" y="4206240"/>
            <a:ext cx="1554480" cy="411480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315200" y="4206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Vercel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466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Vinay Hipparge  |  Fello AI Builder Hackathon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502</Words>
  <Application>Microsoft Office PowerPoint</Application>
  <PresentationFormat>On-screen Show (16:9)</PresentationFormat>
  <Paragraphs>125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Account Intelligence &amp; Enrichment System</dc:title>
  <dc:subject>PptxGenJS Presentation</dc:subject>
  <dc:creator>Vinay Hipparge</dc:creator>
  <cp:lastModifiedBy>Vinay Hipparge</cp:lastModifiedBy>
  <cp:revision>2</cp:revision>
  <dcterms:created xsi:type="dcterms:W3CDTF">2026-03-14T19:42:47Z</dcterms:created>
  <dcterms:modified xsi:type="dcterms:W3CDTF">2026-03-15T10:48:10Z</dcterms:modified>
</cp:coreProperties>
</file>